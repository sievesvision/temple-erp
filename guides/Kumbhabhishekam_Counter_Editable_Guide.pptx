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asq.org/events/kumbabishekam-2027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288" y="316181"/>
            <a:ext cx="5486400" cy="30175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0172B"/>
                </a:solidFill>
                <a:latin typeface="Aptos"/>
              </a:defRPr>
            </a:pPr>
            <a:r>
              <a:rPr dirty="0"/>
              <a:t>SRI SELVA VINAYAKAR TEMPLE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98588" y="338962"/>
            <a:ext cx="4354336" cy="249299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E7B1D"/>
                </a:solidFill>
                <a:latin typeface="Aptos"/>
              </a:defRPr>
            </a:pPr>
            <a:r>
              <a:rPr sz="1200" dirty="0"/>
              <a:t>KUMBHABHISHEKAM 2027  |  DONATION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232904"/>
            <a:ext cx="10040112" cy="13716"/>
          </a:xfrm>
          <a:prstGeom prst="rect">
            <a:avLst/>
          </a:prstGeom>
          <a:solidFill>
            <a:srgbClr val="DC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9298"/>
            <a:ext cx="7315200" cy="18774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F6469"/>
                </a:solidFill>
                <a:latin typeface="Aptos"/>
              </a:defRPr>
            </a:pPr>
            <a:r>
              <a:rPr dirty="0"/>
              <a:t>COUNTER QUICK GUIDE</a:t>
            </a:r>
            <a:r>
              <a:rPr lang="en-AU" dirty="0"/>
              <a:t>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/>
              <a:t>  v4.1.0  •  sievesvision.com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727862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5F6469"/>
                </a:solidFill>
                <a:latin typeface="Aptos"/>
              </a:defRPr>
            </a:pPr>
            <a:r>
              <a:t>1 /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830" y="816038"/>
            <a:ext cx="376459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854900"/>
            <a:ext cx="2578608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AU" dirty="0"/>
              <a:t>1. </a:t>
            </a:r>
            <a:r>
              <a:rPr dirty="0"/>
              <a:t>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534" y="1392256"/>
            <a:ext cx="1521814" cy="251658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dirty="0">
                <a:solidFill>
                  <a:srgbClr val="2C2D31"/>
                </a:solidFill>
                <a:latin typeface="Aptos"/>
              </a:rPr>
              <a:t>Enter </a:t>
            </a:r>
            <a:r>
              <a:rPr lang="en-AU" sz="1200" b="1" dirty="0">
                <a:solidFill>
                  <a:srgbClr val="2C2D31"/>
                </a:solidFill>
                <a:latin typeface="Aptos"/>
              </a:rPr>
              <a:t>Username</a:t>
            </a:r>
          </a:p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dirty="0">
                <a:solidFill>
                  <a:srgbClr val="2C2D31"/>
                </a:solidFill>
                <a:latin typeface="Aptos"/>
              </a:rPr>
              <a:t>Enter your </a:t>
            </a:r>
            <a:r>
              <a:rPr lang="en-AU" sz="1200" b="1" dirty="0">
                <a:solidFill>
                  <a:srgbClr val="2C2D31"/>
                </a:solidFill>
                <a:latin typeface="Aptos"/>
              </a:rPr>
              <a:t>6-digit PIN</a:t>
            </a:r>
            <a:r>
              <a:rPr lang="en-AU" sz="1200" dirty="0">
                <a:solidFill>
                  <a:srgbClr val="2C2D31"/>
                </a:solidFill>
                <a:latin typeface="Aptos"/>
              </a:rPr>
              <a:t>.</a:t>
            </a:r>
          </a:p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r>
              <a:rPr lang="en-AU" sz="1200" dirty="0">
                <a:solidFill>
                  <a:srgbClr val="2C2D31"/>
                </a:solidFill>
                <a:latin typeface="Aptos"/>
              </a:rPr>
              <a:t>Sign-in is automatic after entering the sixth digit, or you can press the arrow to sign in.</a:t>
            </a: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r>
              <a:rPr lang="en-AU" sz="1200" dirty="0">
                <a:solidFill>
                  <a:srgbClr val="2C2D31"/>
                </a:solidFill>
                <a:latin typeface="Aptos"/>
              </a:rPr>
              <a:t>If you don’t know your login details, please contact a committee member or administrator.</a:t>
            </a:r>
            <a:endParaRPr lang="en-AU" sz="1100" dirty="0">
              <a:solidFill>
                <a:srgbClr val="2C2D31"/>
              </a:solidFill>
              <a:latin typeface="Aptos"/>
            </a:endParaRPr>
          </a:p>
        </p:txBody>
      </p:sp>
      <p:pic>
        <p:nvPicPr>
          <p:cNvPr id="16" name="Picture 15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30" y="1392256"/>
            <a:ext cx="2206724" cy="279630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94361" y="796209"/>
            <a:ext cx="616579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3321" y="852916"/>
            <a:ext cx="1596347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AU" dirty="0"/>
              <a:t>2. </a:t>
            </a:r>
            <a:r>
              <a:rPr dirty="0"/>
              <a:t>DONOR DETAILS</a:t>
            </a:r>
          </a:p>
        </p:txBody>
      </p:sp>
      <p:pic>
        <p:nvPicPr>
          <p:cNvPr id="22" name="Picture 21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947" y="1397798"/>
            <a:ext cx="2869797" cy="122822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96486" y="2671744"/>
            <a:ext cx="2821950" cy="1408591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b="1" dirty="0"/>
              <a:t>Full Name </a:t>
            </a:r>
            <a:r>
              <a:rPr lang="en-AU" sz="1200" dirty="0"/>
              <a:t>and </a:t>
            </a:r>
            <a:r>
              <a:rPr lang="en-AU" sz="1200" b="1" dirty="0"/>
              <a:t>Email</a:t>
            </a:r>
            <a:r>
              <a:rPr lang="en-AU" sz="1200" dirty="0"/>
              <a:t> are required.</a:t>
            </a:r>
          </a:p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dirty="0"/>
              <a:t>Email is used to send the donation receipt. Please ensure the address is correct and confirm it with the devotee.</a:t>
            </a:r>
            <a:br>
              <a:rPr lang="en-AU" sz="1200" dirty="0"/>
            </a:br>
            <a:endParaRPr lang="en-AU" sz="1200" dirty="0"/>
          </a:p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b="1" dirty="0"/>
              <a:t>Mobile is </a:t>
            </a:r>
            <a:r>
              <a:rPr lang="en-AU" sz="1200" dirty="0"/>
              <a:t> optional but recommended for future communication.</a:t>
            </a:r>
            <a:endParaRPr sz="1200" dirty="0"/>
          </a:p>
        </p:txBody>
      </p:sp>
      <p:pic>
        <p:nvPicPr>
          <p:cNvPr id="26" name="Picture 25" descr="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132" y="1369220"/>
            <a:ext cx="2966025" cy="12694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39362" y="2685716"/>
            <a:ext cx="3113446" cy="1752275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dirty="0"/>
              <a:t>The doner can choose to be anonymous. </a:t>
            </a:r>
          </a:p>
          <a:p>
            <a:pPr>
              <a:spcAft>
                <a:spcPts val="200"/>
              </a:spcAft>
              <a:defRPr sz="900" b="0">
                <a:solidFill>
                  <a:srgbClr val="2C2D31"/>
                </a:solidFill>
                <a:latin typeface="Aptos"/>
              </a:defRPr>
            </a:pPr>
            <a:r>
              <a:rPr lang="en-AU" sz="1200" dirty="0">
                <a:solidFill>
                  <a:srgbClr val="2C2D31"/>
                </a:solidFill>
                <a:latin typeface="Aptos"/>
              </a:rPr>
              <a:t>Ask: "May we keep your name and email privately for our records and receipt?“</a:t>
            </a: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r>
              <a:rPr lang="en-AU" sz="1200" b="1" dirty="0">
                <a:solidFill>
                  <a:srgbClr val="2C2D31"/>
                </a:solidFill>
                <a:latin typeface="Aptos"/>
              </a:rPr>
              <a:t> YES:</a:t>
            </a:r>
            <a:r>
              <a:rPr lang="en-AU" sz="1200" dirty="0">
                <a:solidFill>
                  <a:srgbClr val="2C2D31"/>
                </a:solidFill>
                <a:latin typeface="Aptos"/>
              </a:rPr>
              <a:t> enter real details, tick anonymous. </a:t>
            </a: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br>
              <a:rPr lang="en-AU" sz="1200" dirty="0">
                <a:solidFill>
                  <a:srgbClr val="2C2D31"/>
                </a:solidFill>
                <a:latin typeface="Aptos"/>
              </a:rPr>
            </a:br>
            <a:r>
              <a:rPr lang="en-AU" sz="1200" b="1" dirty="0">
                <a:solidFill>
                  <a:srgbClr val="2C2D31"/>
                </a:solidFill>
                <a:latin typeface="Aptos"/>
              </a:rPr>
              <a:t>NO:</a:t>
            </a:r>
            <a:r>
              <a:rPr lang="en-AU" sz="1200" dirty="0">
                <a:solidFill>
                  <a:srgbClr val="2C2D31"/>
                </a:solidFill>
                <a:latin typeface="Aptos"/>
              </a:rPr>
              <a:t> Tick "Doesn't want to share any details"; the form fills The well wisher / admin@hasq.org</a:t>
            </a:r>
            <a:endParaRPr lang="en-AU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7339263" y="1115676"/>
            <a:ext cx="2846067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0172B"/>
                </a:solidFill>
                <a:latin typeface="Aptos"/>
              </a:defRPr>
            </a:pPr>
            <a:r>
              <a:rPr lang="en-AU" sz="1100" dirty="0">
                <a:solidFill>
                  <a:srgbClr val="70172B"/>
                </a:solidFill>
                <a:latin typeface="Aptos"/>
              </a:rPr>
              <a:t>RESPECT ANONYMITY</a:t>
            </a:r>
            <a:endParaRPr lang="en-AU" dirty="0"/>
          </a:p>
        </p:txBody>
      </p:sp>
      <p:sp>
        <p:nvSpPr>
          <p:cNvPr id="35" name="Rectangle 34"/>
          <p:cNvSpPr/>
          <p:nvPr/>
        </p:nvSpPr>
        <p:spPr>
          <a:xfrm>
            <a:off x="340120" y="4538134"/>
            <a:ext cx="1004011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4574740"/>
            <a:ext cx="9857232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AU" dirty="0"/>
              <a:t>3. </a:t>
            </a:r>
            <a:r>
              <a:rPr dirty="0"/>
              <a:t>SELECT AMOUNT AND PAYMENT METHOD</a:t>
            </a:r>
          </a:p>
        </p:txBody>
      </p:sp>
      <p:pic>
        <p:nvPicPr>
          <p:cNvPr id="37" name="Picture 36" descr="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57" y="5220532"/>
            <a:ext cx="1325880" cy="1399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25902" y="4912257"/>
            <a:ext cx="1792224" cy="249299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0172B"/>
                </a:solidFill>
                <a:latin typeface="Aptos"/>
              </a:defRPr>
            </a:pPr>
            <a:r>
              <a:rPr lang="en-AU" sz="1200" dirty="0"/>
              <a:t>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9255" y="5169821"/>
            <a:ext cx="1575201" cy="1541961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lvl="0"/>
            <a:r>
              <a:rPr lang="en-AU" sz="1200" dirty="0"/>
              <a:t>Amount appears automatically on the card terminal.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Wait for </a:t>
            </a:r>
            <a:r>
              <a:rPr lang="en-AU" sz="1200" b="1" dirty="0"/>
              <a:t>Approved</a:t>
            </a:r>
            <a:r>
              <a:rPr lang="en-AU" sz="1200" dirty="0"/>
              <a:t>.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Receipt is emailed automatically.</a:t>
            </a:r>
          </a:p>
        </p:txBody>
      </p:sp>
      <p:pic>
        <p:nvPicPr>
          <p:cNvPr id="40" name="Picture 39" descr="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436" y="5190402"/>
            <a:ext cx="1325880" cy="1399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94176" y="4914394"/>
            <a:ext cx="1792224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0172B"/>
                </a:solidFill>
                <a:latin typeface="Aptos"/>
              </a:defRPr>
            </a:pPr>
            <a:r>
              <a:rPr lang="en-AU" dirty="0"/>
              <a:t>BANK TRANSFER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0214" y="5173033"/>
            <a:ext cx="1801368" cy="1726627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lvl="0"/>
            <a:r>
              <a:rPr lang="en-AU" sz="1200" dirty="0"/>
              <a:t>Tap </a:t>
            </a:r>
            <a:r>
              <a:rPr lang="en-AU" sz="1200" b="1" dirty="0"/>
              <a:t>Record Pledge</a:t>
            </a:r>
            <a:r>
              <a:rPr lang="en-AU" sz="1200" dirty="0"/>
              <a:t>; payment remains pending.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Transfer details are emailed to the devotee (coordinator </a:t>
            </a:r>
            <a:r>
              <a:rPr lang="en-AU" sz="1200" dirty="0" err="1"/>
              <a:t>CC’d</a:t>
            </a:r>
            <a:r>
              <a:rPr lang="en-AU" sz="1200" dirty="0"/>
              <a:t>).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Admin verifies payment and emails the receipt</a:t>
            </a:r>
          </a:p>
        </p:txBody>
      </p:sp>
      <p:pic>
        <p:nvPicPr>
          <p:cNvPr id="43" name="Picture 42" descr="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176" y="5218585"/>
            <a:ext cx="1325880" cy="1399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18436" y="4882362"/>
            <a:ext cx="1792224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0172B"/>
                </a:solidFill>
                <a:latin typeface="Aptos"/>
              </a:defRPr>
            </a:pPr>
            <a:r>
              <a:rPr lang="en-AU" dirty="0"/>
              <a:t>CASH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5461" y="5173033"/>
            <a:ext cx="1801368" cy="1357295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lvl="0"/>
            <a:r>
              <a:rPr lang="en-AU" sz="1200" dirty="0"/>
              <a:t>Count the cash and place it in the designated </a:t>
            </a:r>
            <a:r>
              <a:rPr lang="en-AU" sz="1200" dirty="0" err="1"/>
              <a:t>Kumbhabhishekam</a:t>
            </a:r>
            <a:r>
              <a:rPr lang="en-AU" sz="1200" dirty="0"/>
              <a:t> drawer/envelope.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A confirmation receipt is emailed automatically.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6972774"/>
            <a:ext cx="9784080" cy="34747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5F6469"/>
                </a:solidFill>
                <a:latin typeface="Aptos"/>
              </a:defRPr>
            </a:pPr>
            <a:r>
              <a:rPr dirty="0"/>
              <a:t>After saving, the form clears for the next devotee. Receipts are sent automatically when payment is completed.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1BA1E60-1092-E895-266A-275A05C87D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9964" y="7302380"/>
            <a:ext cx="670472" cy="19415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7D5B3D1-2878-5928-5B03-8504C4B1BA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39" y="186542"/>
            <a:ext cx="421240" cy="541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253452"/>
            <a:ext cx="10040112" cy="13716"/>
          </a:xfrm>
          <a:prstGeom prst="rect">
            <a:avLst/>
          </a:prstGeom>
          <a:solidFill>
            <a:srgbClr val="DC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38360" y="727862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5F6469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3309732"/>
            <a:ext cx="1004011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3354411"/>
            <a:ext cx="9857232" cy="21945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SETTLE TILL — END OF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6812" y="1183447"/>
            <a:ext cx="4222058" cy="2013885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lang="en-AU" sz="1200" dirty="0"/>
              <a:t>1. Tap the Account icon (top right) </a:t>
            </a:r>
            <a:r>
              <a:rPr lang="en-AU" sz="1200" b="1" dirty="0"/>
              <a:t>→ Settle Till</a:t>
            </a:r>
            <a:r>
              <a:rPr lang="en-AU" sz="1200" dirty="0"/>
              <a:t>.</a:t>
            </a:r>
          </a:p>
          <a:p>
            <a:pPr marL="228600" indent="-228600">
              <a:spcAft>
                <a:spcPts val="200"/>
              </a:spcAft>
              <a:buAutoNum type="arabicPeriod"/>
              <a:defRPr sz="1000" b="0">
                <a:solidFill>
                  <a:srgbClr val="2C2D31"/>
                </a:solidFill>
                <a:latin typeface="Aptos"/>
              </a:defRPr>
            </a:pPr>
            <a:endParaRPr lang="en-AU" sz="1200" dirty="0"/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lang="en-AU" sz="1200" dirty="0"/>
              <a:t>2. Find the transaction under Current Period Transactions and  tap Complete in POS.</a:t>
            </a:r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endParaRPr lang="en-AU" sz="1200" dirty="0"/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lang="en-AU" sz="1200" dirty="0"/>
              <a:t>3. Verify the details and follow the normal payment steps to complete the transaction.</a:t>
            </a:r>
            <a:br>
              <a:rPr lang="en-AU" sz="1200" dirty="0"/>
            </a:br>
            <a:br>
              <a:rPr lang="en-AU" sz="1200" dirty="0"/>
            </a:br>
            <a:r>
              <a:rPr lang="en-AU" sz="1200" dirty="0"/>
              <a:t>Note: Public donation link </a:t>
            </a:r>
            <a:r>
              <a:rPr lang="en-AU" sz="1200" dirty="0">
                <a:hlinkClick r:id="rId2"/>
              </a:rPr>
              <a:t>https://hasq.org/events/kumbabishekam-2027</a:t>
            </a:r>
            <a:endParaRPr lang="en-AU" sz="1200" dirty="0"/>
          </a:p>
        </p:txBody>
      </p:sp>
      <p:sp>
        <p:nvSpPr>
          <p:cNvPr id="29" name="Rectangle 28"/>
          <p:cNvSpPr/>
          <p:nvPr/>
        </p:nvSpPr>
        <p:spPr>
          <a:xfrm>
            <a:off x="320040" y="5478282"/>
            <a:ext cx="1004011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5514858"/>
            <a:ext cx="9857232" cy="21945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QUICK TROUBLESHOOTING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880618"/>
            <a:ext cx="4709160" cy="1111073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PIN rejected: </a:t>
            </a:r>
            <a:r>
              <a:rPr sz="1200" dirty="0"/>
              <a:t>Sign in with email/password after lockout; ask admin to reset PIN.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Card greyed out: </a:t>
            </a:r>
            <a:r>
              <a:rPr sz="1200" dirty="0"/>
              <a:t>No terminal paired; use Cash and notify admin.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Card declined: </a:t>
            </a:r>
            <a:r>
              <a:rPr sz="1200" dirty="0"/>
              <a:t>Cancel Payment, retry or change method.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880618"/>
            <a:ext cx="4690872" cy="926407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Network error: </a:t>
            </a:r>
            <a:r>
              <a:rPr sz="1200" dirty="0"/>
              <a:t>Check connection, refresh and sign in again.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Wrong donation: </a:t>
            </a:r>
            <a:r>
              <a:rPr sz="1200" dirty="0"/>
              <a:t>Use Clear Form before PAY/Record Pledge.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900" b="0">
                <a:solidFill>
                  <a:srgbClr val="2C2D31"/>
                </a:solidFill>
                <a:latin typeface="Aptos"/>
              </a:defRPr>
            </a:pPr>
            <a:r>
              <a:rPr sz="1200" b="1" dirty="0"/>
              <a:t>Wrong receipt details or settlement: </a:t>
            </a:r>
            <a:r>
              <a:rPr sz="1200" dirty="0"/>
              <a:t>Contact an admin.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7023618"/>
            <a:ext cx="9784080" cy="21945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70172B"/>
                </a:solidFill>
                <a:latin typeface="Aptos"/>
              </a:defRPr>
            </a:pPr>
            <a:r>
              <a:rPr lang="en-AU" sz="1000" dirty="0"/>
              <a:t>KEEP YOUR PIN PRIVATE  •  COUNT CASH AT EVERY TRANSACTION  •  ASK AN EVENT OR TEMPLE ADMIN IF UNSURE.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816CFD-F981-902E-0497-4CFFE3800E81}"/>
              </a:ext>
            </a:extLst>
          </p:cNvPr>
          <p:cNvSpPr/>
          <p:nvPr/>
        </p:nvSpPr>
        <p:spPr>
          <a:xfrm>
            <a:off x="301752" y="785478"/>
            <a:ext cx="10040112" cy="292608"/>
          </a:xfrm>
          <a:prstGeom prst="rect">
            <a:avLst/>
          </a:prstGeom>
          <a:solidFill>
            <a:srgbClr val="7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500932-F7DB-D32D-68EC-E195F152602E}"/>
              </a:ext>
            </a:extLst>
          </p:cNvPr>
          <p:cNvSpPr txBox="1"/>
          <p:nvPr/>
        </p:nvSpPr>
        <p:spPr>
          <a:xfrm>
            <a:off x="411480" y="822054"/>
            <a:ext cx="9857232" cy="23391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AU" dirty="0"/>
              <a:t>COMPLETION OF PENDING TRANSACTION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B676E0-7D06-3C47-B17F-5C1A8594991C}"/>
              </a:ext>
            </a:extLst>
          </p:cNvPr>
          <p:cNvSpPr txBox="1"/>
          <p:nvPr/>
        </p:nvSpPr>
        <p:spPr>
          <a:xfrm>
            <a:off x="6686943" y="3926639"/>
            <a:ext cx="3757587" cy="1275221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sz="1200" dirty="0"/>
              <a:t>1. Tap Account icon (top right) → Settle Till.</a:t>
            </a:r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sz="1200" dirty="0"/>
              <a:t>2. Count all notes and coins in the till.</a:t>
            </a:r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sz="1200" dirty="0"/>
              <a:t>3. Enter Till Count and Amount Taken to Banking.</a:t>
            </a:r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sz="1200" dirty="0"/>
              <a:t>4. Review Difference; explain any non-zero amount.</a:t>
            </a:r>
          </a:p>
          <a:p>
            <a:pPr>
              <a:spcAft>
                <a:spcPts val="200"/>
              </a:spcAft>
              <a:defRPr sz="1000" b="0">
                <a:solidFill>
                  <a:srgbClr val="2C2D31"/>
                </a:solidFill>
                <a:latin typeface="Aptos"/>
              </a:defRPr>
            </a:pPr>
            <a:r>
              <a:rPr sz="1200" dirty="0"/>
              <a:t>5. Tap Settle Till Now. Remainder becomes Opening Balance.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F37D312-DD01-74B7-B210-CC7CAAA83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46362"/>
            <a:ext cx="5305308" cy="99869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D32BAE2-A619-ACEA-6A72-F7E0EDCEE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4212975"/>
            <a:ext cx="5985222" cy="111036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0DA6AC9-A314-83C5-EB3D-C8E1240596FB}"/>
              </a:ext>
            </a:extLst>
          </p:cNvPr>
          <p:cNvSpPr txBox="1"/>
          <p:nvPr/>
        </p:nvSpPr>
        <p:spPr>
          <a:xfrm>
            <a:off x="310896" y="1120216"/>
            <a:ext cx="5417242" cy="1172629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r>
              <a:rPr lang="en-AU" sz="1200" dirty="0"/>
              <a:t>Devotees who have pre-filled their details using the QR code can complete their payment at the temple counter by cash or card.</a:t>
            </a:r>
          </a:p>
          <a:p>
            <a:endParaRPr lang="en-AU" sz="1200" dirty="0"/>
          </a:p>
          <a:p>
            <a:r>
              <a:rPr lang="en-AU" sz="1200" dirty="0"/>
              <a:t>Counter staff can retrieve these details to speed up payment processing and reduce data entry errors.</a:t>
            </a:r>
            <a:br>
              <a:rPr lang="en-AU" sz="1200" dirty="0"/>
            </a:br>
            <a:endParaRPr lang="en-AU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F78671-37C3-661D-C1ED-C01AE1A96AC7}"/>
              </a:ext>
            </a:extLst>
          </p:cNvPr>
          <p:cNvSpPr txBox="1"/>
          <p:nvPr/>
        </p:nvSpPr>
        <p:spPr>
          <a:xfrm>
            <a:off x="338328" y="3684121"/>
            <a:ext cx="5417242" cy="433965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r>
              <a:rPr lang="en-AU" sz="1200" dirty="0"/>
              <a:t>It’s best practise to settle the till when finishing the shift that helps to track down  and manage the cash payment and banking.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87B1D9-2BC5-B1E0-1D17-4F333EBDD255}"/>
              </a:ext>
            </a:extLst>
          </p:cNvPr>
          <p:cNvSpPr txBox="1"/>
          <p:nvPr/>
        </p:nvSpPr>
        <p:spPr>
          <a:xfrm>
            <a:off x="365760" y="7319298"/>
            <a:ext cx="7315200" cy="18774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5F6469"/>
                </a:solidFill>
                <a:latin typeface="Aptos"/>
              </a:defRPr>
            </a:pPr>
            <a:r>
              <a:rPr dirty="0"/>
              <a:t>COUNTER QUICK GUIDE</a:t>
            </a:r>
            <a:r>
              <a:rPr lang="en-AU" dirty="0"/>
              <a:t>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/>
              <a:t>  v4.1.0  •  sievesvision.com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592D96A-EB2A-2538-A5F2-C9E258F75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64" y="7302380"/>
            <a:ext cx="670472" cy="19415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D14B7F0-2B74-C409-EA5C-DEDDC49B98EE}"/>
              </a:ext>
            </a:extLst>
          </p:cNvPr>
          <p:cNvSpPr txBox="1"/>
          <p:nvPr/>
        </p:nvSpPr>
        <p:spPr>
          <a:xfrm>
            <a:off x="760288" y="316181"/>
            <a:ext cx="5486400" cy="30175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0172B"/>
                </a:solidFill>
                <a:latin typeface="Aptos"/>
              </a:defRPr>
            </a:pPr>
            <a:r>
              <a:rPr dirty="0"/>
              <a:t>SRI SELVA VINAYAKAR TEMPLE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1BD88D-05B2-6C02-BA55-3BE59B683884}"/>
              </a:ext>
            </a:extLst>
          </p:cNvPr>
          <p:cNvSpPr txBox="1"/>
          <p:nvPr/>
        </p:nvSpPr>
        <p:spPr>
          <a:xfrm>
            <a:off x="5998588" y="338962"/>
            <a:ext cx="4354336" cy="249299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E7B1D"/>
                </a:solidFill>
                <a:latin typeface="Aptos"/>
              </a:defRPr>
            </a:pPr>
            <a:r>
              <a:rPr sz="1200" dirty="0"/>
              <a:t>KUMBHABHISHEKAM 2027  |  DONATION COUNTER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66C5573A-81B9-0527-89E7-B6971F21F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39" y="186542"/>
            <a:ext cx="421240" cy="541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583</Words>
  <Application>Microsoft Office PowerPoint</Application>
  <PresentationFormat>Custom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Sivaram Sivapalan</cp:lastModifiedBy>
  <cp:revision>3</cp:revision>
  <dcterms:created xsi:type="dcterms:W3CDTF">2013-01-27T09:14:16Z</dcterms:created>
  <dcterms:modified xsi:type="dcterms:W3CDTF">2026-10-15T21:23:08Z</dcterms:modified>
  <cp:category/>
</cp:coreProperties>
</file>